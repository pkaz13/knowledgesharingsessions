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i data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Autor i data</a:t>
            </a:r>
          </a:p>
        </p:txBody>
      </p:sp>
      <p:sp>
        <p:nvSpPr>
          <p:cNvPr id="12" name="Treść - poziom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Podtytuł prezentacji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Tytuł prezentacji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Tytuł prezentacji</a:t>
            </a:r>
          </a:p>
        </p:txBody>
      </p:sp>
      <p:sp>
        <p:nvSpPr>
          <p:cNvPr id="1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zdję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ystyczna, zakrzywiona, biała konstrukcja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or i data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Autor i data</a:t>
            </a:r>
          </a:p>
        </p:txBody>
      </p:sp>
      <p:sp>
        <p:nvSpPr>
          <p:cNvPr id="23" name="Treść - poziom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Podtytuł prezentacji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Tytuł prezentacji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Tytuł prezentacji</a:t>
            </a:r>
          </a:p>
        </p:txBody>
      </p:sp>
      <p:sp>
        <p:nvSpPr>
          <p:cNvPr id="2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zdjęcie (zamienn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bliżenie wygiętego, białego wielowarstwowego wzoru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ytuł slajdu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Tytuł slajdu</a:t>
            </a:r>
          </a:p>
        </p:txBody>
      </p:sp>
      <p:sp>
        <p:nvSpPr>
          <p:cNvPr id="34" name="Treść - poziom 1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Podtytuł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punk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odtytuł slajdu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Podtytuł slajdu</a:t>
            </a:r>
          </a:p>
        </p:txBody>
      </p:sp>
      <p:sp>
        <p:nvSpPr>
          <p:cNvPr id="43" name="Tytuł slajdu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44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punktory ze zdjęci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Zbliżenie krawędzi białego zakrzywionego kamienia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Podtytuł slajdu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Podtytuł slajdu</a:t>
            </a:r>
          </a:p>
        </p:txBody>
      </p:sp>
      <p:sp>
        <p:nvSpPr>
          <p:cNvPr id="62" name="Tytuł slajdu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63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, punktory, małe wideo na ży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odtytuł slajdu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Podtytuł slajdu</a:t>
            </a:r>
          </a:p>
        </p:txBody>
      </p:sp>
      <p:sp>
        <p:nvSpPr>
          <p:cNvPr id="72" name="Tytuł slajdu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73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, punktory, duże wideo na ży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odtytuł slajdu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Podtytuł slajdu</a:t>
            </a:r>
          </a:p>
        </p:txBody>
      </p:sp>
      <p:sp>
        <p:nvSpPr>
          <p:cNvPr id="82" name="Tytuł slajdu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83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kc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ytuł sekcji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Tytuł sekcji</a:t>
            </a:r>
          </a:p>
        </p:txBody>
      </p:sp>
      <p:sp>
        <p:nvSpPr>
          <p:cNvPr id="9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odtytuł slajdu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Podtytuł slajdu</a:t>
            </a:r>
          </a:p>
        </p:txBody>
      </p:sp>
      <p:sp>
        <p:nvSpPr>
          <p:cNvPr id="100" name="Tytuł slajdu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10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odtytuł programu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Podtytuł programu</a:t>
            </a:r>
          </a:p>
        </p:txBody>
      </p:sp>
      <p:sp>
        <p:nvSpPr>
          <p:cNvPr id="109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Tematy programu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Tytuł programu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Tytuł programu</a:t>
            </a:r>
          </a:p>
        </p:txBody>
      </p:sp>
      <p:sp>
        <p:nvSpPr>
          <p:cNvPr id="11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świadcze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reść - poziom 1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Oświadczenie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Ważny f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reść - poziom 1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Informacje dotyczące faktu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Informacje dotyczące faktu</a:t>
            </a:r>
          </a:p>
        </p:txBody>
      </p:sp>
      <p:sp>
        <p:nvSpPr>
          <p:cNvPr id="128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Uznanie autorstwa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Uznanie autorstwa</a:t>
            </a:r>
          </a:p>
        </p:txBody>
      </p:sp>
      <p:sp>
        <p:nvSpPr>
          <p:cNvPr id="136" name="Treść - poziom 1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„Cytat godny uwagi”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djęcie (3 sztuk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Zbliżenie wygiętego, białego wielowarstwowego wzoru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Zbliżenie wielowarstwowego wzoru z szarych kamieni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Zbliżenie białego prążkowanego wzoru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dję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uturystyczny, biały korytarz z narożnikami i cieniami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slajdu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Tytuł slajdu</a:t>
            </a:r>
          </a:p>
        </p:txBody>
      </p:sp>
      <p:sp>
        <p:nvSpPr>
          <p:cNvPr id="3" name="Treść - poziom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er slajdu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iotr Kaźmierczak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Piotr Kaźmierczak</a:t>
            </a:r>
          </a:p>
        </p:txBody>
      </p:sp>
      <p:sp>
        <p:nvSpPr>
          <p:cNvPr id="172" name="Podtytuł prezentacji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AssertObject Patter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AssertObject Pattern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Why and when to use it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Why and when to use it?</a:t>
            </a:r>
          </a:p>
        </p:txBody>
      </p:sp>
      <p:sp>
        <p:nvSpPr>
          <p:cNvPr id="176" name="AssertObject Patter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AssertObject Pattern</a:t>
            </a:r>
          </a:p>
        </p:txBody>
      </p:sp>
      <p:sp>
        <p:nvSpPr>
          <p:cNvPr id="177" name="Tests demonstrating value of business operation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Tests demonstrating value of business operations</a:t>
            </a:r>
          </a:p>
          <a:p>
            <a:pPr/>
            <a:r>
              <a:t>Hide technical details behind business operations description</a:t>
            </a:r>
          </a:p>
          <a:p>
            <a:pPr/>
            <a:r>
              <a:t>Easier to understand by project members (technical and non-technical)</a:t>
            </a:r>
          </a:p>
          <a:p>
            <a:pPr/>
            <a:r>
              <a:t>Can be used as a documentation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